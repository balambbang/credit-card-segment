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데이터의 산을 넘어, 모델의 숲으로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대용량 금융 데이터를 활용한 신용 등급 판별 모델 구축기</a:t>
            </a:r>
          </a:p>
          <a:p>
            <a:r>
              <a:t>[팀명] | 발표자: 000, 000, 000, 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데이터 개요: 거대한 데이터의 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8개 카테고리 X 6개월 데이터 병합</a:t>
            </a:r>
          </a:p>
          <a:p>
            <a:pPr/>
            <a:r>
              <a:t>수백 개의 컬럼, 수백만 행 규모의 대용량 셋</a:t>
            </a:r>
          </a:p>
          <a:p>
            <a:pPr/>
            <a:r>
              <a:t>문제점: 단순 로드 시 메모리 부족(Memory Error) 발생</a:t>
            </a:r>
          </a:p>
          <a:p>
            <a:pPr/>
            <a:r>
              <a:t>[이미지 삽입: 8개 데이터 카테고리 아이콘 인포그래픽]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전략 1: 자동화와 모듈화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make_df(i, option) 함수 기반 로딩 프로세스 구축</a:t>
            </a:r>
          </a:p>
          <a:p>
            <a:pPr/>
            <a:r>
              <a:t>자동화: 반복 작업 효율화 및 휴먼 에러 방지</a:t>
            </a:r>
          </a:p>
          <a:p>
            <a:pPr/>
            <a:r>
              <a:t>안정성: 리다이렉션 기법을 활용한 경로 버그 수정</a:t>
            </a:r>
          </a:p>
          <a:p>
            <a:pPr/>
            <a:r>
              <a:t>유연성: Train/Test/All 모드 선택 옵션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데이터 다이어트: Downcasting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수치형 데이터 비트 수 하향 조정 (float64 -&gt; float32/16)</a:t>
            </a:r>
          </a:p>
          <a:p>
            <a:pPr/>
            <a:r>
              <a:t>메모리 점유율 50% 이상 절감 성공</a:t>
            </a:r>
          </a:p>
          <a:p>
            <a:pPr/>
            <a:r>
              <a:t>주의: 학습 시 메모리 폭증(64비트 복구)에 대비한 로직 설계</a:t>
            </a:r>
          </a:p>
          <a:p>
            <a:pPr/>
            <a:r>
              <a:t>[그래프 삽입: 비트 수 조정 전후 메모리 사용량 비교]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하드웨어 한계 돌파: 가상 메모리와 GPU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가상 메모리: SSD/HDD 일부를 RAM으로 할당하여 자원 확장</a:t>
            </a:r>
          </a:p>
          <a:p>
            <a:pPr/>
            <a:r>
              <a:t>GPU 가속: CUDA/cuDNN 환경 구축으로 CPU 병목 현상 해결</a:t>
            </a:r>
          </a:p>
          <a:p>
            <a:pPr/>
            <a:r>
              <a:t>결과: 모델 학습 시간 획기적 단축</a:t>
            </a:r>
          </a:p>
          <a:p>
            <a:pPr/>
            <a:r>
              <a:t>[이미지 삽입: 윈도우 가상 메모리 설정창 &amp; CUDA 로고]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협업의 기술: 환경 동기화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 freeze &gt; requirements.txt를 통한 라이브러리 일치</a:t>
            </a:r>
          </a:p>
          <a:p>
            <a:pPr/>
            <a:r>
              <a:t>Pandas 버전 차이에 따른 병합 오류 완전 해결</a:t>
            </a:r>
          </a:p>
          <a:p>
            <a:pPr/>
            <a:r>
              <a:t>팀 내 데이터 타입(Dtype) 표준화로 코드 호환성 증대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피처 선정: 상관관계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전체 컬럼 대상 상관관계 히트맵 분석</a:t>
            </a:r>
          </a:p>
          <a:p>
            <a:pPr/>
            <a:r>
              <a:t>타겟 변수(신용 등급)와 유의미한 상관성을 지닌 변수 선별</a:t>
            </a:r>
          </a:p>
          <a:p>
            <a:pPr/>
            <a:r>
              <a:t>[이미지 삽입: 변수 간 상관관계 히트맵(Heatmap)]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도메인의 한계: AI와의 협업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복잡한 금융 용어(잔액정보, 청구입금 등) 해석 및 카테고리화</a:t>
            </a:r>
          </a:p>
          <a:p>
            <a:pPr/>
            <a:r>
              <a:t>AI 인사이트 기반 변수 재분류 및 EDA 수행</a:t>
            </a:r>
          </a:p>
          <a:p>
            <a:pPr/>
            <a:r>
              <a:t>팀 내부 리뷰를 통한 AI 제안 변수 교차 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전처리 효율화: 자동 필터링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find_R() 함수: 특정 키워드 포함 컬럼 일괄 관리</a:t>
            </a:r>
          </a:p>
          <a:p>
            <a:pPr/>
            <a:r>
              <a:t>수백 개의 컬럼을 그룹 단위로 분리하여 분석 속도 향상</a:t>
            </a:r>
          </a:p>
          <a:p>
            <a:pPr/>
            <a:r>
              <a:t>시각화 자동화 함수로 EDA 리드타임 단축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최적의 선택: CatBoost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장점: 범주형 변수 자동 처리 및 클래스 불균형에 특화</a:t>
            </a:r>
          </a:p>
          <a:p>
            <a:pPr/>
            <a:r>
              <a:t>특징: 낮은 상관관계 변수도 유효한 분류 기준일 경우 적극 활용</a:t>
            </a:r>
          </a:p>
          <a:p>
            <a:pPr/>
            <a:r>
              <a:t>[이미지 삽입: 모델 성능 비교 결과표]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위기 관리: 시행착오와 복구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전처리 순서(Drop 순서) 꼬임 문제 해결</a:t>
            </a:r>
          </a:p>
          <a:p>
            <a:pPr/>
            <a:r>
              <a:t>코드 손실 방지를 위한 '저장의 생활화' 및 데일리 로그 작성</a:t>
            </a:r>
          </a:p>
          <a:p>
            <a:pPr/>
            <a:r>
              <a:t>Git 충돌 극복을 통한 협업 프로세스 강화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최종 성과 및 회고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견고한 대용량 데이터 전처리 파이프라인 완성</a:t>
            </a:r>
          </a:p>
          <a:p>
            <a:pPr/>
            <a:r>
              <a:t>대용량 핸들링을 통한 엔지니어링 역량 강화</a:t>
            </a:r>
          </a:p>
          <a:p>
            <a:pPr/>
            <a:r>
              <a:t>분석은 도메인, 기술, 팀워크의 조화라는 교훈 확보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감사합니다! 질문 있으시면 말씀해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